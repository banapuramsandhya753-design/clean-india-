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7986" y="2335924"/>
            <a:ext cx="8915399" cy="22627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Clean India Map:Empowring Communation,Enhancing Cleanliness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crowdsourced initiative for a cleaner india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69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89935"/>
            <a:ext cx="8915401" cy="877403"/>
          </a:xfrm>
        </p:spPr>
        <p:txBody>
          <a:bodyPr>
            <a:normAutofit/>
          </a:bodyPr>
          <a:lstStyle/>
          <a:p>
            <a:r>
              <a:rPr lang="en-US" dirty="0"/>
              <a:t>Clean India Map:Empowring Communation,Enhancing Cleanliness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smtClean="0"/>
              <a:t>~A </a:t>
            </a:r>
            <a:r>
              <a:rPr lang="en-US" b="1" dirty="0"/>
              <a:t>crowdsourced initiative for a cleaner india  </a:t>
            </a:r>
            <a:endParaRPr lang="en-IN" b="1" dirty="0"/>
          </a:p>
          <a:p>
            <a:endParaRPr lang="en-IN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/>
      </p:sp>
      <p:pic>
        <p:nvPicPr>
          <p:cNvPr id="1040" name="Picture 16" descr="Clean India Mission Images – Browse 104 Stock Photos, Vectors, and Video | 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930" y="634965"/>
            <a:ext cx="5034455" cy="385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6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000" b="1" dirty="0" smtClean="0">
                <a:latin typeface="Arial Black" panose="020B0A04020102020204" pitchFamily="34" charset="0"/>
              </a:rPr>
              <a:t>PROBLEM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India faces Significant waste management and Sanitation Issues.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 smtClean="0"/>
              <a:t>Need for community-driven solutions.</a:t>
            </a:r>
            <a:endParaRPr lang="en-IN" sz="2800" dirty="0"/>
          </a:p>
        </p:txBody>
      </p:sp>
      <p:pic>
        <p:nvPicPr>
          <p:cNvPr id="2050" name="Picture 2" descr="Free Littered Roadway Scene Photo - Litter, Pollution, Environment |  Download at StockCak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283" y="790800"/>
            <a:ext cx="3909848" cy="482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66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About the Project 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Interactive map for reporting cleanness issues (litter , open defecation , etc.).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Connects citizens , volunteers , and authorities.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 smtClean="0"/>
              <a:t>Promotes awereness and action.</a:t>
            </a:r>
            <a:endParaRPr lang="en-IN" sz="2400" dirty="0"/>
          </a:p>
        </p:txBody>
      </p:sp>
      <p:pic>
        <p:nvPicPr>
          <p:cNvPr id="3074" name="Picture 2" descr="Catchments.ie changes: new Water Map - Catchments.ie - Catchments.i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269" y="1598613"/>
            <a:ext cx="5135637" cy="363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80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1" y="446088"/>
            <a:ext cx="3505199" cy="97631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How it works</a:t>
            </a:r>
            <a:endParaRPr lang="en-IN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smtClean="0"/>
              <a:t>Report Issues: Pinpoint locations , add photos.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smtClean="0"/>
              <a:t>Volunteer: Join clean-up drives.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smtClean="0"/>
              <a:t>Track Progress: Status updates(Reported       Resolved).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smtClean="0"/>
              <a:t>Resources: Tips on Waste segregation , local initiatives.</a:t>
            </a:r>
            <a:endParaRPr lang="en-IN" sz="20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625590" y="2848770"/>
            <a:ext cx="231227" cy="1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8" name="Picture 12" descr="Project Renewal: Getting Dirty for a Cleaner World | The 1° Initiative Blo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3" y="1498336"/>
            <a:ext cx="5181600" cy="331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12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63</TotalTime>
  <Words>106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Century Gothic</vt:lpstr>
      <vt:lpstr>Wingdings</vt:lpstr>
      <vt:lpstr>Wingdings 3</vt:lpstr>
      <vt:lpstr>Wisp</vt:lpstr>
      <vt:lpstr>Clean India Map:Empowring Communation,Enhancing Cleanliness</vt:lpstr>
      <vt:lpstr>Clean India Map:Empowring Communation,Enhancing Cleanliness</vt:lpstr>
      <vt:lpstr> PROBLEM</vt:lpstr>
      <vt:lpstr>About the Project </vt:lpstr>
      <vt:lpstr>How it works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India Map:Empowring Communation,Enhancing Cleanliness</dc:title>
  <dc:creator>BSC11</dc:creator>
  <cp:lastModifiedBy>BSC11</cp:lastModifiedBy>
  <cp:revision>7</cp:revision>
  <dcterms:created xsi:type="dcterms:W3CDTF">2025-12-11T08:47:13Z</dcterms:created>
  <dcterms:modified xsi:type="dcterms:W3CDTF">2025-12-11T09:50:56Z</dcterms:modified>
</cp:coreProperties>
</file>